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Ирвинг Фишер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Уравнение обмена MV = 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Уравнение Фишера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572000" cy="2743200"/>
          </a:xfrm>
          <a:prstGeom prst="roundRect">
            <a:avLst/>
          </a:prstGeom>
          <a:solidFill>
            <a:srgbClr val="2C46C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номинальная ставка ≈ реальная + инфляция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Долговая дефляция — спираль вниз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